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20040"/>
            <a:ext cx="2194560" cy="34747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20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</a:rPr>
              <a:t>BTS SIO · SISR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VEILLE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100" kern="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TECHNOLOGIQUE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54864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ROBOTIQUE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5029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Par  MOUSSOUNGOU ATA-YIS Steeve Dominique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BTS SIO SISR · École IRIS Paris · 2025–2026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F1F5F9"/>
                </a:solidFill>
              </a:rPr>
              <a:t>SOMMAIRE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005840"/>
            <a:ext cx="640080" cy="713232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1481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88720" y="1005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Définition de la Robotique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9202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92024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" y="1920240"/>
            <a:ext cx="640080" cy="713232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848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88720" y="1920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Avantages et Inconvénients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65760" y="28346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834640"/>
            <a:ext cx="54864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475488" y="2834640"/>
            <a:ext cx="640080" cy="713232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9923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88720" y="28346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Problématique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65760" y="37490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3749040"/>
            <a:ext cx="54864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Shape 20"/>
          <p:cNvSpPr/>
          <p:nvPr/>
        </p:nvSpPr>
        <p:spPr>
          <a:xfrm>
            <a:off x="475488" y="3749040"/>
            <a:ext cx="640080" cy="71323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913632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5488" y="4224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88720" y="37490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Solutions proposées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754880" y="10058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1005840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5"/>
          <p:cNvSpPr/>
          <p:nvPr/>
        </p:nvSpPr>
        <p:spPr>
          <a:xfrm>
            <a:off x="4864608" y="1005840"/>
            <a:ext cx="640080" cy="71323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170432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64608" y="1481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577840" y="1005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Outils de veille utilisés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754880" y="19202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54880" y="1920240"/>
            <a:ext cx="54864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Shape 30"/>
          <p:cNvSpPr/>
          <p:nvPr/>
        </p:nvSpPr>
        <p:spPr>
          <a:xfrm>
            <a:off x="4864608" y="1920240"/>
            <a:ext cx="640080" cy="713232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084832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64608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06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577840" y="1920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Lien avec la formation SISR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4754880" y="283464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54880" y="2834640"/>
            <a:ext cx="54864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Shape 35"/>
          <p:cNvSpPr/>
          <p:nvPr/>
        </p:nvSpPr>
        <p:spPr>
          <a:xfrm>
            <a:off x="4864608" y="2834640"/>
            <a:ext cx="640080" cy="713232"/>
          </a:xfrm>
          <a:prstGeom prst="rect">
            <a:avLst/>
          </a:prstGeom>
          <a:solidFill>
            <a:srgbClr val="0A1628">
              <a:alpha val="12000"/>
            </a:srgbClr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999232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64608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07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5577840" y="28346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01 · DÉFINITION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347472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Qu'est-ce que la Robotique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La robotique est un domaine interdisciplinaire qui englobe la conception, la construction, l'exploitation et l'utilisation de robots, ainsi que la programmation des systèmes permettant leur contrôle.</a:t>
            </a:r>
            <a:endParaRPr lang="en-US" sz="1200" dirty="0"/>
          </a:p>
          <a:p>
            <a:pPr algn="just" indent="0" marL="0">
              <a:buNone/>
            </a:pPr>
            <a:endParaRPr lang="en-US" sz="1200" dirty="0"/>
          </a:p>
          <a:p>
            <a:pPr algn="just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Les robots sont des dispositifs mécaniques ou virtuels, souvent dotés de capteurs, d'actuateurs et d'intelligence artificielle, conçus pour effectuer des tâches automatiquement ou semi-automatiquement.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926080" cy="10058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00584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26187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9224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3.5M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9224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robots industriels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 service (2024)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148840"/>
            <a:ext cx="2926080" cy="10058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14884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40487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675M$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492240" y="2679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levée de fonds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Figure AI (2024)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43600" y="3291840"/>
            <a:ext cx="2926080" cy="10058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43600" y="329184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54787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+30%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649224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croissance annuelle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marché cobots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 : IEEE Spectrum · IFR World Robotics 2024 · TechCrunch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02 · AVANTAGES ET INCONVÉNIENTS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AVANTAGES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508760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7"/>
          <p:cNvSpPr/>
          <p:nvPr/>
        </p:nvSpPr>
        <p:spPr>
          <a:xfrm>
            <a:off x="420624" y="1508760"/>
            <a:ext cx="50292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677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Productivité accrue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180136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Les robots travaillent 24h/24 sans fatigue ni pause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2185416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185416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2"/>
          <p:cNvSpPr/>
          <p:nvPr/>
        </p:nvSpPr>
        <p:spPr>
          <a:xfrm>
            <a:off x="420624" y="2185416"/>
            <a:ext cx="50292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34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2219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Sécurité améliorée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05840" y="247802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Remplacement des humains dans les environnements dangereux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5760" y="2862072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2862072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Shape 17"/>
          <p:cNvSpPr/>
          <p:nvPr/>
        </p:nvSpPr>
        <p:spPr>
          <a:xfrm>
            <a:off x="420624" y="2862072"/>
            <a:ext cx="50292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008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8986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Précision et qualité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05840" y="31546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Taux d'erreur quasi nul pour les tâches répétitives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65760" y="3538728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538728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2"/>
          <p:cNvSpPr/>
          <p:nvPr/>
        </p:nvSpPr>
        <p:spPr>
          <a:xfrm>
            <a:off x="420624" y="3538728"/>
            <a:ext cx="50292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66744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357530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Réduction des coûts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005840" y="3831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Optimisation des ressources et baisse des coûts à long terme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65760" y="4215384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5760" y="4215384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Shape 27"/>
          <p:cNvSpPr/>
          <p:nvPr/>
        </p:nvSpPr>
        <p:spPr>
          <a:xfrm>
            <a:off x="420624" y="4215384"/>
            <a:ext cx="50292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43400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05840" y="42519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Innovation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05840" y="45079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Accélération du développement de nouvelles technologies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005840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9496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INCONVÉNIENTS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4846320" y="1508760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846320" y="1508760"/>
            <a:ext cx="54864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Shape 34"/>
          <p:cNvSpPr/>
          <p:nvPr/>
        </p:nvSpPr>
        <p:spPr>
          <a:xfrm>
            <a:off x="4901184" y="1508760"/>
            <a:ext cx="502920" cy="603504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636776"/>
            <a:ext cx="347472" cy="34747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486400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Perte d'emploi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486400" y="180136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Automatisation de tâches jusqu'ici effectuées par des humains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4846320" y="2185416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846320" y="2185416"/>
            <a:ext cx="54864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Shape 39"/>
          <p:cNvSpPr/>
          <p:nvPr/>
        </p:nvSpPr>
        <p:spPr>
          <a:xfrm>
            <a:off x="4901184" y="2185416"/>
            <a:ext cx="502920" cy="603504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313432"/>
            <a:ext cx="347472" cy="34747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486400" y="22219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Inégalités économiques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486400" y="247802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Accroissement des inégalités entre pays développés et émergents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4846320" y="2862072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4846320" y="2862072"/>
            <a:ext cx="54864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Shape 44"/>
          <p:cNvSpPr/>
          <p:nvPr/>
        </p:nvSpPr>
        <p:spPr>
          <a:xfrm>
            <a:off x="4901184" y="2862072"/>
            <a:ext cx="502920" cy="603504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990088"/>
            <a:ext cx="347472" cy="34747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486400" y="28986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Dépendance technologique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5486400" y="31546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Risque de panne ou de cyberattaque sur des systèmes critiques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4846320" y="3538728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4846320" y="3538728"/>
            <a:ext cx="54864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1" name="Shape 49"/>
          <p:cNvSpPr/>
          <p:nvPr/>
        </p:nvSpPr>
        <p:spPr>
          <a:xfrm>
            <a:off x="4901184" y="3538728"/>
            <a:ext cx="502920" cy="603504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666744"/>
            <a:ext cx="347472" cy="34747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486400" y="357530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Éthique et sécurité</a:t>
            </a:r>
            <a:endParaRPr lang="en-US" sz="1100" dirty="0"/>
          </a:p>
        </p:txBody>
      </p:sp>
      <p:sp>
        <p:nvSpPr>
          <p:cNvPr id="64" name="Text 51"/>
          <p:cNvSpPr/>
          <p:nvPr/>
        </p:nvSpPr>
        <p:spPr>
          <a:xfrm>
            <a:off x="5486400" y="3831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Questions sur la vie privée, la surveillance et l'autonomie des robots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4846320" y="4215384"/>
            <a:ext cx="393192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Shape 53"/>
          <p:cNvSpPr/>
          <p:nvPr/>
        </p:nvSpPr>
        <p:spPr>
          <a:xfrm>
            <a:off x="4846320" y="4215384"/>
            <a:ext cx="54864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7" name="Shape 54"/>
          <p:cNvSpPr/>
          <p:nvPr/>
        </p:nvSpPr>
        <p:spPr>
          <a:xfrm>
            <a:off x="4901184" y="4215384"/>
            <a:ext cx="502920" cy="603504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343400"/>
            <a:ext cx="347472" cy="347472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5486400" y="42519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Déshumanisation</a:t>
            </a:r>
            <a:endParaRPr lang="en-US" sz="1100" dirty="0"/>
          </a:p>
        </p:txBody>
      </p:sp>
      <p:sp>
        <p:nvSpPr>
          <p:cNvPr id="70" name="Text 56"/>
          <p:cNvSpPr/>
          <p:nvPr/>
        </p:nvSpPr>
        <p:spPr>
          <a:xfrm>
            <a:off x="5486400" y="45079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Perte du lien humain dans certains secteurs (soins, éducation)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03 · PROBLÉMATIQUE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51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Question centrale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38988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1F5F9"/>
                </a:solidFill>
              </a:rPr>
              <a:t>Comment la société devrait-elle gérer la transition vers l'automatisation robotique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F1F5F9"/>
                </a:solidFill>
              </a:rPr>
              <a:t>et garantir la protection des travailleurs face à la substitution par des machines 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Contexte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3840480" cy="19202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944368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L'automatisation et l'intelligence artificielle peuvent avoir un impact significatif sur le marché du travail. En donnant aux robots des capacités de communication et d'interaction humaines — comme dans le cas de Sophia (Hanson Robotics) ou d'Optimus (Tesla) — cela peut accélérer la substitution des emplois humains par des machines.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5488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Impact mesuré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880360"/>
            <a:ext cx="1828800" cy="86868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089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953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85 M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5780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emplois menacés d'ici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(Forum Économique Mondial)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58000" y="2880360"/>
            <a:ext cx="1828800" cy="86868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1089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2953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97 M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36092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nouveaux emplois créés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par l'automatisation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54880" y="4023360"/>
            <a:ext cx="4206240" cy="86868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2519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40965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Sophia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257800" y="4480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1er robot citoyen du monde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(Arabie Saoudite, 2017)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Sources : WEF Future of Jobs Report · Hanson Robotics · Tesla AI Day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04 · SOLUTIONS PROPOSÉES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960120"/>
            <a:ext cx="822960" cy="1188720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4300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6184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03327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Reconversion professionnelle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139903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Former les travailleurs aux nouveaux métiers liés à la robotique : maintenance, programmation, supervision.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96012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1"/>
          <p:cNvSpPr/>
          <p:nvPr/>
        </p:nvSpPr>
        <p:spPr>
          <a:xfrm>
            <a:off x="4818888" y="960120"/>
            <a:ext cx="822960" cy="1188720"/>
          </a:xfrm>
          <a:prstGeom prst="rect">
            <a:avLst/>
          </a:prstGeom>
          <a:solidFill>
            <a:srgbClr val="059669">
              <a:alpha val="1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14300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16184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715000" y="103327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Promotion de la création d'emplois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715000" y="139903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Encourager les entreprises à créer des postes liés à l'intégration et la gestion des robots.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28600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7"/>
          <p:cNvSpPr/>
          <p:nvPr/>
        </p:nvSpPr>
        <p:spPr>
          <a:xfrm>
            <a:off x="384048" y="2286000"/>
            <a:ext cx="822960" cy="1188720"/>
          </a:xfrm>
          <a:prstGeom prst="rect">
            <a:avLst/>
          </a:prstGeom>
          <a:solidFill>
            <a:srgbClr val="D97706">
              <a:alpha val="1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6888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4048" y="29443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280160" y="235915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Réglementation et protection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280160" y="272491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Mettre en place des lois encadrant l'usage des robots et protégeant les droits des travailleurs.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09160" y="228600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228600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Shape 23"/>
          <p:cNvSpPr/>
          <p:nvPr/>
        </p:nvSpPr>
        <p:spPr>
          <a:xfrm>
            <a:off x="4818888" y="2286000"/>
            <a:ext cx="822960" cy="118872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68880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18888" y="29443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715000" y="235915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Investissement en R&amp;D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715000" y="272491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Financer la recherche pour développer des robots qui assistent l'humain plutôt que de le remplacer.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Shape 29"/>
          <p:cNvSpPr/>
          <p:nvPr/>
        </p:nvSpPr>
        <p:spPr>
          <a:xfrm>
            <a:off x="384048" y="3611880"/>
            <a:ext cx="822960" cy="118872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94760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4048" y="4270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280160" y="368503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Dialogue social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280160" y="405079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Concertation entre entreprises, syndicats et gouvernements pour anticiper les transitions.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Shape 35"/>
          <p:cNvSpPr/>
          <p:nvPr/>
        </p:nvSpPr>
        <p:spPr>
          <a:xfrm>
            <a:off x="4818888" y="3611880"/>
            <a:ext cx="822960" cy="11887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794760"/>
            <a:ext cx="438912" cy="43891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818888" y="4270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715000" y="368503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Industries émergentes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5715000" y="405079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Investir dans de nouveaux secteurs créateurs d'emplois : énergie verte, IA, biotechnologies.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05 · OUTILS DE VEILLE UTILISÉS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Feedly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929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Agrégateur RSS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Suivi flux RSS : IEEE Spectrum, Robot Report, Usine Digitale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43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Google Alertes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1929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Alertes automatiques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91840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Mots-clés : robotique industrielle, cobot, robot connecté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0A66C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43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6C2"/>
                </a:solidFill>
              </a:rPr>
              <a:t>LinkedIn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1929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Réseau professionnel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17920" y="2130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Suivi d'experts SISR, entreprises robotiques et tendances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74320" y="288036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0632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576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IEEE Spectrum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65760" y="3849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Source académique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65760" y="4050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Articles techniques sur les dernières avancées en robotique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0632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9184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Usine Digitale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291840" y="3849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Source pro française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291840" y="4050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Actualité robotique industrielle, industrie 4.0, automatisation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126480" y="2880360"/>
            <a:ext cx="2743200" cy="1737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880360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06324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21792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ANSSI / CERT-FR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17920" y="3849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Cybersécurité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217920" y="4050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Bulletins sécurité systèmes industriels et robots connectés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Fréquence : veille quotidienne 10–15 min (Feedly) + lecture approfondie hebdomadaire (IEEE, ANSSI)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06 · LIEN AVEC LA FORMATION SISR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A1628"/>
                </a:solidFill>
              </a:rPr>
              <a:t>Les robots modernes sont des systèmes connectés qui nécessitent une infrastructure réseau sécurisée — domaine cœur du BTS SIO SISR.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54864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691640"/>
            <a:ext cx="731520" cy="1261872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93976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7008" y="1801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Infrastructure réseau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07008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Les robots industriels sont connectés via Ethernet, Wi-Fi ou 5G. Le technicien SISR configure et maintient ces réseaux.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69164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691640"/>
            <a:ext cx="54864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3"/>
          <p:cNvSpPr/>
          <p:nvPr/>
        </p:nvSpPr>
        <p:spPr>
          <a:xfrm>
            <a:off x="4818888" y="1691640"/>
            <a:ext cx="731520" cy="126187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93976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41848" y="1801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Cybersécurité des robots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41848" y="2148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Isoler les robots dans des VLANs dédiés, configurer des firewalls et surveiller les logs pour détecter les intrusions.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74320" y="310896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3108960"/>
            <a:ext cx="54864" cy="1261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Shape 18"/>
          <p:cNvSpPr/>
          <p:nvPr/>
        </p:nvSpPr>
        <p:spPr>
          <a:xfrm>
            <a:off x="384048" y="3108960"/>
            <a:ext cx="731520" cy="126187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1129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7008" y="3218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Services cloud et IoT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207008" y="3566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Les robots envoient leurs données vers le cloud. Administration Azure, gestion des API et des flux de données.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09160" y="310896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310896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3"/>
          <p:cNvSpPr/>
          <p:nvPr/>
        </p:nvSpPr>
        <p:spPr>
          <a:xfrm>
            <a:off x="4818888" y="3108960"/>
            <a:ext cx="731520" cy="1261872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11296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41848" y="3218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Administration systèmes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641848" y="3566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Maintenance des serveurs qui pilotent les robots, gestion des mises à jour firmware et des sauvegardes.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</a:rPr>
              <a:t>07 · 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03520" cy="32004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3200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La robotique offre des opportunités considérables pour améliorer l'efficacité, la productivité et la qualité de vie. Cependant, elle soulève des défis importants en matière d'emploi, d'éthique et de sécurité.</a:t>
            </a:r>
            <a:endParaRPr lang="en-US" sz="1150" dirty="0"/>
          </a:p>
          <a:p>
            <a:pPr algn="just" indent="0" marL="0">
              <a:buNone/>
            </a:pPr>
            <a:endParaRPr lang="en-US" sz="1150" dirty="0"/>
          </a:p>
          <a:p>
            <a:pPr algn="just"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Une gestion réfléchie, alliant formation des travailleurs, réglementation adaptée et investissement dans l'innovation, est indispensable pour maximiser les bénéfices tout en atténuant les impacts négatifs.</a:t>
            </a:r>
            <a:endParaRPr lang="en-US" sz="1150" dirty="0"/>
          </a:p>
          <a:p>
            <a:pPr algn="just" indent="0" marL="0">
              <a:buNone/>
            </a:pPr>
            <a:endParaRPr lang="en-US" sz="1150" dirty="0"/>
          </a:p>
          <a:p>
            <a:pPr algn="just"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En tant que futur technicien SISR, je serai directement impliqué dans la sécurisation et l'administration des infrastructures réseau sur lesquelles reposent ces systèmes robotisés — un enjeu clé de l'industrie 4.0.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À retenir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926080" cy="5486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371600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49047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55664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Secteur en forte croissance mondiale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029968"/>
            <a:ext cx="2926080" cy="5486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029968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14884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55664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Transforme profondément le marché du travail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43600" y="2688336"/>
            <a:ext cx="2926080" cy="5486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43600" y="2688336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80720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55664" y="26883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Les robots connectés sont des cibles de cyberattaques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943600" y="3346704"/>
            <a:ext cx="2926080" cy="5486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0" y="3346704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46557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55664" y="3346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Le SISR est au cœur de l'infrastructure robotique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43600" y="4005072"/>
            <a:ext cx="2926080" cy="5486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0" y="4005072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412394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55664" y="4005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La formation est la clé de la transition réussie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74320" y="4315968"/>
            <a:ext cx="85953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MOUSSOUNGOU ATA-YIS Steeve Dominique  ·  BTS SIO SISR  ·  École IRIS Paris 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Technologique – Robotique</dc:title>
  <dc:subject>PptxGenJS Presentation</dc:subject>
  <dc:creator>MOUSSOUNGOU ATA-YIS Steeve</dc:creator>
  <cp:lastModifiedBy>MOUSSOUNGOU ATA-YIS Steeve</cp:lastModifiedBy>
  <cp:revision>1</cp:revision>
  <dcterms:created xsi:type="dcterms:W3CDTF">2026-05-25T17:27:01Z</dcterms:created>
  <dcterms:modified xsi:type="dcterms:W3CDTF">2026-05-25T17:27:01Z</dcterms:modified>
</cp:coreProperties>
</file>